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Dickson · 0:00–0:30. Key line: Run Detroit connects fan engagement to neighborhood basketball. Frame it as a proposal — an experience inside the Pistons fan journey, connected to Pistons Rewards — not a separate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Quinstella · 0:30–1:10. Key line: the app, the rewards program and the court initiatives are real foundations. Everything on this slide exists today — Run Detroit is the connection between them, between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Kobby · 1:10–2:05, live demo. Key line: Fan Zone to Run Detroit to court check-in and challenge. Demo path on run-detroit.vercel.app: Start playing → Open on the Run Detroit card → Courts → Chandler Park → Scan court code → Start the challenge → Begin attempt → Get it verified → Court host confirms. About 22 seconds end to end, so there is room to talk over it. Say plainly: QR, verification and point transfers are simulated; the court locations and maps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Kobby · last 10 seconds of the demo slot, or Asher's lead-in. Key line: every verified visit racks up Pistons Points. Meet Buckets — a proposed Run Detroit mascot (the name is a placeholder). Walk the feed bottom to top: a host-verified free-throw round, a 313 stop, then Court Hopper, each adding to the balance. Point values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Asher · 2:05–2:45. Key line: four weekly reasons to return, with capped awards. Walk the four weeks left to right, top to bottom. The policy is the point: one eligible award per challenge per week, location plus rotating QR for ordinary check-ins, staff approval for events. Point values are illustrative and need Pistons and Uptop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lead · 2:45–3:35. Key line: proposed handoff, verification and safeguards. Point at the tags: the app and the rewards system exist today; the Run Detroit web experience and the challenge service are what we propose. The integration and its commercial terms are unconfirmed until discovery — say that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Quinstella · 3:35–4:25. Key line: measure return participation and award integrity. The four check circles are the definition of repeat participation — the same person back in each of four weeks. No numeric business outcome is promised; baselines and targets come out of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Dickson · 4:25–5:00. Key line: request a discovery sprint and pilot design approval. Read the three steps, stop, and leave the prototype link on screen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use if asked what exists versus what is proposed. Existing public sources establish the app, the rewards partnership and the community programs. They do not establish a Run Detroit feature, a public Uptop API, a point-award contract or exact Fan Zone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Hi, Detroit! PROPOSAL · 5-MINUTE PITCH RUN DETROIT Turn Detroit basketball into year- round participation A proposed experience inside the Pistons fan journey, connected to Pistons Rewards Courts Challenges Community Pistons Points">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RUN DETROIT The team already has the pieces Official app A fan destination for tickets, scores, content and promotions. Pistons Rewards Uptop partnership rewards qualifying everyday purchases with Pistons Points. Basketball for All The Pistons have invested in Detroit courts and park programs.  Opportunity: connect existing fan and community activity between games. Hi, Detroit! Run Detroit · Proposal for the Detroit Pistons 02">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RUN DETROIT A fan journey that starts in the app Browse weekly challenges and find a participating court. Complete a verified activity, then earn points through an approved Rewards connection. 1 Fan Zone 2 Run Detroit 3 Pick a court 4 Check in Live prototype · run-detroit.vercel.app · court locations and maps are real; QR, verification and points are simulated 03">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RUN DETROIT · MEET BUCKETS Every visit racks up points Nice shot! Buckets PISTONS POINTS 1,750 +250 Next reward Shootaround pass · 3,000 +250 Court Hopper 2 courts +100 313 stop · Spirit of Detroit Downtown +150 Free Throw Challenge Host verified Point values are illustrative. Awards require Pistons and Uptop approval. 04">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RUN DETROIT Pilot with a clear point policy PILOT SCOPE 5–10 participating courts and partner venues Weekly challenges Court teams 313 neighborhood visits WEEK 1 Free throws Make 7 of 10 +150 WEEK 2 Around the World Complete 5 spots +200 WEEK 3 Court Hopper Visit 2 courts +250 WEEK 4 Rep Your Court Group challenge +300  One eligible award per challenge per week. Location plus rotating QR for ordinary check-ins. Staff approval for events. Point amounts and Rewards fulfillment require Pistons and Uptop approval. Values shown are illustrative. 05">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RUN DETROIT Simple to test; careful with trust EXISTING Pistons app Fan Zone entry PROPOSED Run Detroit web experience PROPOSED Challenge service validates EXISTING Pistons Rewards system The challenge service validates activity and sends approved awards to the existing rewards system through an agreed integration. CONTROLS  Opt-in location  Short retention  Rate limits  Rotating QR codes  Human review of disputes  Consent for any future video Fair play! Integration capabilities and commercial terms need confirmation with the Pistons and Uptop. 06">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RUN DETROIT Six months to learn what works PRIMARY MEASURE Weekly active participants and four-week repeat participation  Week 1  Week 2  Week 3  Week 4 SUPPORTING MEASURES  Verified check-ins  Challenges completed  New rewards signups  Point redemption  Partner visits  Fraud rate  Pilot decision: expand only if participants return and award integrity holds. Baselines, targets and attribution rules are set in discovery; no numeric outcome is promised. 07">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THE ASK Let Detroit’s courts bring fans back every week Approve a discovery sprint with Pistons digital, community and Uptop teams. Let’s run it! 01 Select pilot courts and partners 02 Validate integration and point rules 03 Launch a measured six- month test Scan to try it Prototype · run-detroit.vercel.app">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BACKUP Source notes and proposal boundaries EXISTING Official Pistons app Pistons Rewards partnership with Uptop Basketball for All and Neighbors programming PROPOSED App placement and the Run Detroit interface Court QR workflow and challenge awards Leaderboards and the integration contract Sources: Apple App Store listing · nba.com/pistons/news/detroit-pistons-partner-with-uptop-to-launch-new-pistons-rewards-program · content.pistons.com/basketballforall · Detroit Parks Coalition Neighbors Program.  Prototype (run-detroit.vercel.app): court locations, maps and aerial imagery are real. QR scanning, staff verification and Pistons Points transfers are simulated. 09">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 Detroit Pitch — Export</dc:title>
  <dc:subject/>
  <dc:creator/>
  <cp:lastModifiedBy/>
  <cp:revision>1</cp:revision>
  <dcterms:created xsi:type="dcterms:W3CDTF">2026-10-01T01:48:11Z</dcterms:created>
  <dcterms:modified xsi:type="dcterms:W3CDTF">2026-10-01T01:48:11Z</dcterms:modified>
</cp:coreProperties>
</file>